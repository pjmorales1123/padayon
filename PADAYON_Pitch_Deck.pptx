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PADAYON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49039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3C5FD"/>
                </a:solidFill>
              </a:defRPr>
            </a:pPr>
            <a:r>
              <a:t>An AI learning partner that turns messy student notes into organized,</a:t>
            </a:r>
            <a:br/>
            <a:r>
              <a:t>curriculum-aligned materials in the language students understand best.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FDBFE"/>
                </a:solidFill>
              </a:defRPr>
            </a:pPr>
            <a:r>
              <a:t>AMD Developer Hackathon: ACT II — Unicorn Track + Best AMD-Hosted Gemma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 Problem: Filipino Students Are Falling Behind</a:t>
            </a:r>
          </a:p>
          <a:p>
            <a:pPr>
              <a:spcBef>
                <a:spcPts val="600"/>
              </a:spcBef>
              <a:defRPr sz="1600">
                <a:solidFill>
                  <a:srgbClr val="64708B"/>
                </a:solidFill>
              </a:defRPr>
            </a:pPr>
            <a:r>
              <a:t>Sources: PISA 2022 Results; Philippine Basic Education; MTB-MLE research on mother-tongue instruction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PISA 2022: Philippines ranked 77th out of 81 countries in reading, math, and science.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Scores: Reading 347, Math 355, Science 356 — vs. OECD averages of 472–485.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Academic English is a barrier: Science and Math are taught in English, but many students think best in Cebuano/Filipino.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Students lack organized study habits — notes are scattered, review is last-minute, and study materials are not personalized.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Most AI tools today give instant answers, enabling shortcut learning instead of building real understanding.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Result: learners complete homework but do not master concepts.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 Opportunity: AI That Teaches, Not Just Answers</a:t>
            </a:r>
          </a:p>
          <a:p>
            <a:pPr>
              <a:spcBef>
                <a:spcPts val="600"/>
              </a:spcBef>
              <a:defRPr sz="1600">
                <a:solidFill>
                  <a:srgbClr val="64708B"/>
                </a:solidFill>
              </a:defRPr>
            </a:pPr>
            <a:r>
              <a:t>Stanford GSE / Faculty Focus surveys on AI use; MTB-MLE Philippines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85% of students already use AI for schoolwork — the habit is formed, but the direction is wrong.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Research shows students want AI for explaining concepts and generating ideas, not writing entire outputs.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Mother-tongue-based instruction improves comprehension, confidence, and problem-solving.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What if AI could meet students in their own language, organize their chaos, and grow with them?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PADAYON: Your AI Study Partner</a:t>
            </a:r>
          </a:p>
        </p:txBody>
      </p:sp>
      <p:pic>
        <p:nvPicPr>
          <p:cNvPr id="4" name="Picture 3" descr="padayo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486400" cy="2557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Messy notes, photos, or questions → automatic subject/topic classification.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Aligns every input to the Philippine curriculum / Budget of Work.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Auto-generates clean notes, reviewer, flashcards, quiz, summary, and story.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Teaches through translanguaging: Cebuano or Filipino first, then academic English.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Remembers each learner's strengths, weaknesses, language confidence, and progress.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Retrieves past materials across sessions — learning continues where it left 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Agent Architecture Built for Learning</a:t>
            </a:r>
          </a:p>
          <a:p>
            <a:pPr>
              <a:spcBef>
                <a:spcPts val="600"/>
              </a:spcBef>
              <a:defRPr sz="1600">
                <a:solidFill>
                  <a:srgbClr val="64708B"/>
                </a:solidFill>
              </a:defRPr>
            </a:pPr>
            <a:r>
              <a:t>Seven real agents orchestrated through Fireworks AI on AMD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Classifier Agent — detects subject, topic, intent, and language from student input.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Curriculum Alignment Agent — matches the topic to DepEd competencies and learning sequence.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Organizer Agent — saves everything into the right subject/topic folder.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Material Creator Agent — builds notes, flashcards, quizzes, reviewers, and stories.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Teaching Agent — explains with translanguaging and guided questions.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Assessment Agent — checks mastery with hints, feedback, and progress scoring.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Memory Agent — updates the learner profile after every interaction.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Translanguaging + Adaptive Memory</a:t>
            </a:r>
          </a:p>
        </p:txBody>
      </p:sp>
      <p:pic>
        <p:nvPicPr>
          <p:cNvPr id="4" name="Picture 3" descr="padayon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029200" cy="23443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37160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Students ask in Cebuano: 'Unsa diay ang photosynthesis?'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PADAYON answers in Cebuano first, then introduces the English term naturally.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The learner profile records language confidence, learning style, strengths, and weak areas.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Every chat shapes the next explanation — it feels like a tutor who remembers you.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Mastery score tracks progress per topic: started → developing → mastered.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Automatic Organization in Your Library</a:t>
            </a:r>
          </a:p>
        </p:txBody>
      </p:sp>
      <p:pic>
        <p:nvPicPr>
          <p:cNvPr id="4" name="Picture 3" descr="padayon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486400" cy="2557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Every topic is filed under Subject → Subcategory → Topic.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One-click access to original notes, clean notes, reviewer, flashcards, quiz, summary, and story.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Progress bar and mastery status show what needs review.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Students can return days later and say 'show my flashcards' — PADAYON retrieves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AMD-Ready Architecture with Gemma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Production runtime: Fireworks AI API — Fireworks is an AMD partner hosting fast, serverless models on AMD infrastructure.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Default pipeline uses Fireworks serverless models (DeepSeek-V4 / Kimi-K2.5) for reliability and speed.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Demo toggle switches to Gemma 3/4 when an endpoint is available via Fireworks on-demand or AMD Developer Cloud GPU pod.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Automatic fallback keeps the demo stable if Gemma is unreachable.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Containerized with Docker and built with Next.js + Supabase + Tailwind.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Competes in Unicorn Track and Best AMD-Hosted Gemma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Live Demo Flow</a:t>
            </a:r>
          </a:p>
        </p:txBody>
      </p:sp>
      <p:pic>
        <p:nvPicPr>
          <p:cNvPr id="4" name="Picture 3" descr="paday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029200" cy="23443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37160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1. Student types messy notes: 'photosynthesis chlorophyll sunlight CO2 oxygen glucose'.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2. PADAYON detects Science → Biology → Photosynthesis and aligns it to Grade 9 curriculum.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3. Clean notes, reviewer, flashcards, quiz, summary, and story are created automatically.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4. Student asks in Cebuano and gets a Cebuano-first explanation with English terms.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5. Quiz answer updates mastery score and learner profile.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6. Student returns later: 'show my flashcards' — saved materials are retrieved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Market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Target: 27+ million Filipino K–12 students, especially those in Cebuano/Filipino-speaking regions.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Go-to-market: public school pilots, review centers, and homeschool communities.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Differentiation: not another answer bot — it builds study habits and long-term mastery.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Expansion: add Araling Panlipunan, MAPEH, and senior high tracks; teacher dashboard for classroom analytics.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Monetization: freemium student plan + school/institution licenses.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Why PADAYON Can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Strong problem-solution fit backed by real PISA and language-barrier research.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Complete, working demo — not a concept slide. Agents, memory, library, and Gemma toggle all functional.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Clear use of AMD/Fireworks infrastructure with Gemma 4 integration.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Differentiated in a sea of chatbots: organizes, teaches, remembers.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Built for the Philippine context — translanguaging is a genuine competitive moat.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Try It Now</a:t>
            </a:r>
          </a:p>
          <a:p>
            <a:pPr>
              <a:spcBef>
                <a:spcPts val="600"/>
              </a:spcBef>
              <a:defRPr sz="1600">
                <a:solidFill>
                  <a:srgbClr val="64708B"/>
                </a:solidFill>
              </a:defRPr>
            </a:pPr>
            <a:r>
              <a:t>Built with Next.js, Supabase, Tailwind, Fireworks AI, and Gemma on AMD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Live demo: https://courtesy-bacon-post-internet.trycloudflare.com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GitHub: https://github.com/pjmorales1123/padayon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Track: AMD Developer Hackathon: ACT II — Unicorn Track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Also competing for: Best AMD-Hosted Gemma Project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Contact: Prince Jireh Morales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